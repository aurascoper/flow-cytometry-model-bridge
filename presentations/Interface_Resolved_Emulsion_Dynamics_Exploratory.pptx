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Interface-Resolved Emulsion Dynamics: From Constitutive Rheology to Multiphase Flow. Reuses 3D wireframe/core rendering infrastructure for bitumen emulsion droplets under shear without biological release shell assumptions.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jack_slid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Render" descr="High-resolution domain visualization sl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